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e81e6cc26745e4" /><Relationship Type="http://schemas.openxmlformats.org/officeDocument/2006/relationships/extended-properties" Target="/docProps/app.xml" Id="Rd2f5ec11c0af4d4c" /><Relationship Type="http://schemas.openxmlformats.org/officeDocument/2006/relationships/officeDocument" Target="/ppt/presentation.xml" Id="R8ba4470e26ee4e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e365837cf44125"/>
  </p:sldMasterIdLst>
  <p:notesMasterIdLst>
    <p:notesMasterId xmlns:r="http://schemas.openxmlformats.org/officeDocument/2006/relationships" r:id="R3c836766a47d4460"/>
  </p:notesMasterIdLst>
  <p:sldIdLst>
    <p:sldId xmlns:r="http://schemas.openxmlformats.org/officeDocument/2006/relationships" id="256" r:id="Rcd488526ad8f402c"/>
    <p:sldId xmlns:r="http://schemas.openxmlformats.org/officeDocument/2006/relationships" id="257" r:id="Ra092144446004b39"/>
    <p:sldId xmlns:r="http://schemas.openxmlformats.org/officeDocument/2006/relationships" id="258" r:id="R48468957167a4cdb"/>
    <p:sldId xmlns:r="http://schemas.openxmlformats.org/officeDocument/2006/relationships" id="259" r:id="R14de3c3a0dc543a0"/>
    <p:sldId xmlns:r="http://schemas.openxmlformats.org/officeDocument/2006/relationships" id="260" r:id="R641e543086fe437d"/>
    <p:sldId xmlns:r="http://schemas.openxmlformats.org/officeDocument/2006/relationships" id="261" r:id="R01b09600319a4f9e"/>
    <p:sldId xmlns:r="http://schemas.openxmlformats.org/officeDocument/2006/relationships" id="262" r:id="R748342e960fb439b"/>
    <p:sldId xmlns:r="http://schemas.openxmlformats.org/officeDocument/2006/relationships" id="263" r:id="R61d21fe6819a402c"/>
    <p:sldId xmlns:r="http://schemas.openxmlformats.org/officeDocument/2006/relationships" id="264" r:id="R08529ccaca23484d"/>
    <p:sldId xmlns:r="http://schemas.openxmlformats.org/officeDocument/2006/relationships" id="265" r:id="R81a646d125064171"/>
    <p:sldId xmlns:r="http://schemas.openxmlformats.org/officeDocument/2006/relationships" id="266" r:id="R39c567c8fda349ab"/>
    <p:sldId xmlns:r="http://schemas.openxmlformats.org/officeDocument/2006/relationships" id="267" r:id="Rf9d56e116d0346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2d496e59b74fc2" /><Relationship Type="http://schemas.openxmlformats.org/officeDocument/2006/relationships/slideMaster" Target="/ppt/slideMasters/slideMaster1.xml" Id="Rc6e365837cf44125" /><Relationship Type="http://schemas.openxmlformats.org/officeDocument/2006/relationships/notesMaster" Target="/ppt/notesMasters/notesMaster1.xml" Id="R3c836766a47d4460" /><Relationship Type="http://schemas.openxmlformats.org/officeDocument/2006/relationships/presProps" Target="/ppt/presProps.xml" Id="Rb8b2fbf0cc674e8f" /><Relationship Type="http://schemas.openxmlformats.org/officeDocument/2006/relationships/tableStyles" Target="/ppt/tableStyles.xml" Id="R7f98e8795f4648e6" /><Relationship Type="http://schemas.openxmlformats.org/officeDocument/2006/relationships/slide" Target="/ppt/slides/slide1.xml" Id="Rcd488526ad8f402c" /><Relationship Type="http://schemas.openxmlformats.org/officeDocument/2006/relationships/slide" Target="/ppt/slides/slide2.xml" Id="Ra092144446004b39" /><Relationship Type="http://schemas.openxmlformats.org/officeDocument/2006/relationships/slide" Target="/ppt/slides/slide3.xml" Id="R48468957167a4cdb" /><Relationship Type="http://schemas.openxmlformats.org/officeDocument/2006/relationships/slide" Target="/ppt/slides/slide4.xml" Id="R14de3c3a0dc543a0" /><Relationship Type="http://schemas.openxmlformats.org/officeDocument/2006/relationships/slide" Target="/ppt/slides/slide5.xml" Id="R641e543086fe437d" /><Relationship Type="http://schemas.openxmlformats.org/officeDocument/2006/relationships/slide" Target="/ppt/slides/slide6.xml" Id="R01b09600319a4f9e" /><Relationship Type="http://schemas.openxmlformats.org/officeDocument/2006/relationships/slide" Target="/ppt/slides/slide7.xml" Id="R748342e960fb439b" /><Relationship Type="http://schemas.openxmlformats.org/officeDocument/2006/relationships/slide" Target="/ppt/slides/slide8.xml" Id="R61d21fe6819a402c" /><Relationship Type="http://schemas.openxmlformats.org/officeDocument/2006/relationships/slide" Target="/ppt/slides/slide9.xml" Id="R08529ccaca23484d" /><Relationship Type="http://schemas.openxmlformats.org/officeDocument/2006/relationships/slide" Target="/ppt/slides/slide10.xml" Id="R81a646d125064171" /><Relationship Type="http://schemas.openxmlformats.org/officeDocument/2006/relationships/slide" Target="/ppt/slides/slide11.xml" Id="R39c567c8fda349ab" /><Relationship Type="http://schemas.openxmlformats.org/officeDocument/2006/relationships/slide" Target="/ppt/slides/slide12.xml" Id="Rf9d56e116d0346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ae827382f84b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c45f08a27e4208" /><Relationship Type="http://schemas.openxmlformats.org/officeDocument/2006/relationships/notesMaster" Target="/ppt/notesMasters/notesMaster1.xml" Id="R2f13196bf87c47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6f713145d14d6c" /><Relationship Type="http://schemas.openxmlformats.org/officeDocument/2006/relationships/notesMaster" Target="/ppt/notesMasters/notesMaster1.xml" Id="R66c73ae699294a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e4f0e26a10445d" /><Relationship Type="http://schemas.openxmlformats.org/officeDocument/2006/relationships/notesMaster" Target="/ppt/notesMasters/notesMaster1.xml" Id="R978e53aec0c24c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b1854eb8ea4366" /><Relationship Type="http://schemas.openxmlformats.org/officeDocument/2006/relationships/notesMaster" Target="/ppt/notesMasters/notesMaster1.xml" Id="R9ae2c3541d454f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2c6b9399f04bdf" /><Relationship Type="http://schemas.openxmlformats.org/officeDocument/2006/relationships/notesMaster" Target="/ppt/notesMasters/notesMaster1.xml" Id="Rd535e17dd51240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707e90c93c4eff" /><Relationship Type="http://schemas.openxmlformats.org/officeDocument/2006/relationships/notesMaster" Target="/ppt/notesMasters/notesMaster1.xml" Id="Rd40676da1fcc4e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3a8aa2181b49a2" /><Relationship Type="http://schemas.openxmlformats.org/officeDocument/2006/relationships/notesMaster" Target="/ppt/notesMasters/notesMaster1.xml" Id="R0ca36428234244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59a6160af3413b" /><Relationship Type="http://schemas.openxmlformats.org/officeDocument/2006/relationships/notesMaster" Target="/ppt/notesMasters/notesMaster1.xml" Id="Rdf05fdd8d30645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915aa4dbc74f84" /><Relationship Type="http://schemas.openxmlformats.org/officeDocument/2006/relationships/notesMaster" Target="/ppt/notesMasters/notesMaster1.xml" Id="R6df8e86d68c14c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624252881b4056" /><Relationship Type="http://schemas.openxmlformats.org/officeDocument/2006/relationships/notesMaster" Target="/ppt/notesMasters/notesMaster1.xml" Id="R558932bb11b540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d17af264c841ad" /><Relationship Type="http://schemas.openxmlformats.org/officeDocument/2006/relationships/notesMaster" Target="/ppt/notesMasters/notesMaster1.xml" Id="Rdeebc686117948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a02e66e2ee429b" /><Relationship Type="http://schemas.openxmlformats.org/officeDocument/2006/relationships/notesMaster" Target="/ppt/notesMasters/notesMaster1.xml" Id="R0db645fa624f49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 Club Comofra. Versión main, commit 946103e24216ffc9febc5268046dbfe0923d9b40.</a:t>
            </a:r>
          </a:p>
          <a:p xmlns:a="http://schemas.openxmlformats.org/drawingml/2006/main">
            <a:r>
              <a:t>https://github.com/gustavogidearg1/Club-Comofra/blob/946103e24216ffc9febc5268046dbfe0923d9b40/public/logos/ImgLogoCircular-SF-r.png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 Club Comofra. Versión main, commit 946103e24216ffc9febc5268046dbfe0923d9b40.</a:t>
            </a:r>
          </a:p>
          <a:p xmlns:a="http://schemas.openxmlformats.org/drawingml/2006/main">
            <a:r>
              <a:t>https://github.com/gustavogidearg1/Club-Comofra/blob/946103e24216ffc9febc5268046dbfe0923d9b40/public/logos/ImgLogoCircular-SF-r.png</a:t>
            </a:r>
          </a:p>
          <a:p xmlns:a="http://schemas.openxmlformats.org/drawingml/2006/main">
            <a:r>
              <a:t>https://github.com/gustavogidearg1/Club-Comofra/blob/946103e24216ffc9febc5268046dbfe0923d9b40/resources/views/auth/login.blade.php</a:t>
            </a:r>
          </a:p>
          <a:p xmlns:a="http://schemas.openxmlformats.org/drawingml/2006/main">
            <a:r>
              <a:t>https://github.com/gustavogidearg1/Club-Comofra/blob/946103e24216ffc9febc5268046dbfe0923d9b40/routes/auth.php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 Club Comofra. Versión main, commit 946103e24216ffc9febc5268046dbfe0923d9b40.</a:t>
            </a:r>
          </a:p>
          <a:p xmlns:a="http://schemas.openxmlformats.org/drawingml/2006/main">
            <a:r>
              <a:t>https://github.com/gustavogidearg1/Club-Comofra/blob/946103e24216ffc9febc5268046dbfe0923d9b40/docs/manual-usuario/01-general/imgClubComofra-dashboard.png</a:t>
            </a:r>
          </a:p>
          <a:p xmlns:a="http://schemas.openxmlformats.org/drawingml/2006/main">
            <a:r>
              <a:t>https://github.com/gustavogidearg1/Club-Comofra/blob/946103e24216ffc9febc5268046dbfe0923d9b40/resources/views/dashboard.blade.php</a:t>
            </a:r>
          </a:p>
          <a:p xmlns:a="http://schemas.openxmlformats.org/drawingml/2006/main">
            <a:r>
              <a:t>https://github.com/gustavogidearg1/Club-Comofra/blob/946103e24216ffc9febc5268046dbfe0923d9b40/resources/views/points/empleado-view.blade.php</a:t>
            </a:r>
          </a:p>
          <a:p xmlns:a="http://schemas.openxmlformats.org/drawingml/2006/main">
            <a:r>
              <a:t>https://github.com/gustavogidearg1/Club-Comofra/blob/946103e24216ffc9febc5268046dbfe0923d9b40/app/Http/Controllers/PointsController.php</a:t>
            </a:r>
          </a:p>
          <a:p xmlns:a="http://schemas.openxmlformats.org/drawingml/2006/main">
            <a:r>
              <a:t>https://github.com/gustavogidearg1/Club-Comofra/blob/946103e24216ffc9febc5268046dbfe0923d9b40/resources/views/layouts/partials/right_sidebar.blade.php</a:t>
            </a:r>
          </a:p>
          <a:p xmlns:a="http://schemas.openxmlformats.org/drawingml/2006/main">
            <a:r>
              <a:t>La imagen es un recorte del acceso común. La captura points-resumen corresponde a administración y no representa Mis Puntos del empleado.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 Club Comofra. Versión main, commit 946103e24216ffc9febc5268046dbfe0923d9b40.</a:t>
            </a:r>
          </a:p>
          <a:p xmlns:a="http://schemas.openxmlformats.org/drawingml/2006/main">
            <a:r>
              <a:t>https://github.com/gustavogidearg1/Club-Comofra/blob/946103e24216ffc9febc5268046dbfe0923d9b40/docs/manual-usuario/01-general/imgClubComofra-dashboard-1png.png</a:t>
            </a:r>
          </a:p>
          <a:p xmlns:a="http://schemas.openxmlformats.org/drawingml/2006/main">
            <a:r>
              <a:t>https://github.com/gustavogidearg1/Club-Comofra/blob/946103e24216ffc9febc5268046dbfe0923d9b40/resources/views/dashboard.blade.php</a:t>
            </a:r>
          </a:p>
          <a:p xmlns:a="http://schemas.openxmlformats.org/drawingml/2006/main">
            <a:r>
              <a:t>https://github.com/gustavogidearg1/Club-Comofra/blob/946103e24216ffc9febc5268046dbfe0923d9b40/app/Http/Controllers/DashboardController.php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 Club Comofra. Versión main, commit 946103e24216ffc9febc5268046dbfe0923d9b40.</a:t>
            </a:r>
          </a:p>
          <a:p xmlns:a="http://schemas.openxmlformats.org/drawingml/2006/main">
            <a:r>
              <a:t>https://github.com/gustavogidearg1/Club-Comofra/blob/946103e24216ffc9febc5268046dbfe0923d9b40/docs/manual-usuario/01-general/imgClubComofra-dashboard.png</a:t>
            </a:r>
          </a:p>
          <a:p xmlns:a="http://schemas.openxmlformats.org/drawingml/2006/main">
            <a:r>
              <a:t>https://github.com/gustavogidearg1/Club-Comofra/blob/946103e24216ffc9febc5268046dbfe0923d9b40/resources/views/dashboard.blade.php</a:t>
            </a:r>
          </a:p>
          <a:p xmlns:a="http://schemas.openxmlformats.org/drawingml/2006/main">
            <a:r>
              <a:t>https://github.com/gustavogidearg1/Club-Comofra/blob/946103e24216ffc9febc5268046dbfe0923d9b40/resources/views/ofertas/show.blade.php</a:t>
            </a:r>
          </a:p>
          <a:p xmlns:a="http://schemas.openxmlformats.org/drawingml/2006/main">
            <a:r>
              <a:t>https://github.com/gustavogidearg1/Club-Comofra/blob/946103e24216ffc9febc5268046dbfe0923d9b40/app/Http/Controllers/DashboardController.php</a:t>
            </a:r>
          </a:p>
          <a:p xmlns:a="http://schemas.openxmlformats.org/drawingml/2006/main">
            <a:r>
              <a:t>Se revisaron docs/manual-usuario/06-ofertas/imgClubComofra-ofertas.png y imgClubComofra-ofertas-create.png. Muestran administración de ofertas. Para el empleado se usa el recorte real de Ofertas destacadas del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 Club Comofra. Versión main, commit 946103e24216ffc9febc5268046dbfe0923d9b40.</a:t>
            </a:r>
          </a:p>
          <a:p xmlns:a="http://schemas.openxmlformats.org/drawingml/2006/main">
            <a:r>
              <a:t>https://github.com/gustavogidearg1/Club-Comofra/blob/946103e24216ffc9febc5268046dbfe0923d9b40/docs/manual-usuario/02-empleados/imgClubComofra-redeems-manual.png</a:t>
            </a:r>
          </a:p>
          <a:p xmlns:a="http://schemas.openxmlformats.org/drawingml/2006/main">
            <a:r>
              <a:t>https://github.com/gustavogidearg1/Club-Comofra/blob/946103e24216ffc9febc5268046dbfe0923d9b40/resources/views/redeems/manual-index.blade.php</a:t>
            </a:r>
          </a:p>
          <a:p xmlns:a="http://schemas.openxmlformats.org/drawingml/2006/main">
            <a:r>
              <a:t>https://github.com/gustavogidearg1/Club-Comofra/blob/946103e24216ffc9febc5268046dbfe0923d9b40/app/Http/Controllers/RedemptionController.php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 Club Comofra. Versión main, commit 946103e24216ffc9febc5268046dbfe0923d9b40.</a:t>
            </a:r>
          </a:p>
          <a:p xmlns:a="http://schemas.openxmlformats.org/drawingml/2006/main">
            <a:r>
              <a:t>https://github.com/gustavogidearg1/Club-Comofra/blob/946103e24216ffc9febc5268046dbfe0923d9b40/docs/manual-usuario/02-empleados/imgClubComofra-redeems-manual.png</a:t>
            </a:r>
          </a:p>
          <a:p xmlns:a="http://schemas.openxmlformats.org/drawingml/2006/main">
            <a:r>
              <a:t>https://github.com/gustavogidearg1/Club-Comofra/blob/946103e24216ffc9febc5268046dbfe0923d9b40/resources/views/redeems/manual-index.blade.php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 Club Comofra. Versión main, commit 946103e24216ffc9febc5268046dbfe0923d9b40.</a:t>
            </a:r>
          </a:p>
          <a:p xmlns:a="http://schemas.openxmlformats.org/drawingml/2006/main">
            <a:r>
              <a:t>https://github.com/gustavogidearg1/Club-Comofra/blob/946103e24216ffc9febc5268046dbfe0923d9b40/docs/manual-usuario/02-empleados/imgClubComofra-redeems-manual-1.png</a:t>
            </a:r>
          </a:p>
          <a:p xmlns:a="http://schemas.openxmlformats.org/drawingml/2006/main">
            <a:r>
              <a:t>https://github.com/gustavogidearg1/Club-Comofra/blob/946103e24216ffc9febc5268046dbfe0923d9b40/resources/views/redeems/manual-create.blade.php</a:t>
            </a:r>
          </a:p>
          <a:p xmlns:a="http://schemas.openxmlformats.org/drawingml/2006/main">
            <a:r>
              <a:t>https://github.com/gustavogidearg1/Club-Comofra/blob/946103e24216ffc9febc5268046dbfe0923d9b40/app/Http/Controllers/RedemptionController.php</a:t>
            </a:r>
          </a:p>
          <a:p xmlns:a="http://schemas.openxmlformats.org/drawingml/2006/main">
            <a:r>
              <a:t>El importe y el saldo son los originales de la captura. No representan un consumo válido.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 Club Comofra. Versión main, commit 946103e24216ffc9febc5268046dbfe0923d9b40.</a:t>
            </a:r>
          </a:p>
          <a:p xmlns:a="http://schemas.openxmlformats.org/drawingml/2006/main">
            <a:r>
              <a:t>https://github.com/gustavogidearg1/Club-Comofra/blob/946103e24216ffc9febc5268046dbfe0923d9b40/docs/manual-usuario/02-empleados/imgClubComofra-procesando-pago.png</a:t>
            </a:r>
          </a:p>
          <a:p xmlns:a="http://schemas.openxmlformats.org/drawingml/2006/main">
            <a:r>
              <a:t>https://github.com/gustavogidearg1/Club-Comofra/blob/946103e24216ffc9febc5268046dbfe0923d9b40/resources/views/redeems/manual-create.blade.php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 Club Comofra. Versión main, commit 946103e24216ffc9febc5268046dbfe0923d9b40.</a:t>
            </a:r>
          </a:p>
          <a:p xmlns:a="http://schemas.openxmlformats.org/drawingml/2006/main">
            <a:r>
              <a:t>https://github.com/gustavogidearg1/Club-Comofra/blob/946103e24216ffc9febc5268046dbfe0923d9b40/docs/manual-usuario/02-empleados/imgClubComofra-redeems-confirm.png</a:t>
            </a:r>
          </a:p>
          <a:p xmlns:a="http://schemas.openxmlformats.org/drawingml/2006/main">
            <a:r>
              <a:t>https://github.com/gustavogidearg1/Club-Comofra/blob/946103e24216ffc9febc5268046dbfe0923d9b40/resources/views/redeems/confirm.blade.php</a:t>
            </a:r>
          </a:p>
          <a:p xmlns:a="http://schemas.openxmlformats.org/drawingml/2006/main">
            <a:r>
              <a:t>https://github.com/gustavogidearg1/Club-Comofra/blob/946103e24216ffc9febc5268046dbfe0923d9b40/app/Http/Controllers/RedemptionController.php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 Club Comofra. Versión main, commit 946103e24216ffc9febc5268046dbfe0923d9b40.</a:t>
            </a:r>
          </a:p>
          <a:p xmlns:a="http://schemas.openxmlformats.org/drawingml/2006/main">
            <a:r>
              <a:t>https://github.com/gustavogidearg1/Club-Comofra/blob/946103e24216ffc9febc5268046dbfe0923d9b40/docs/manual-usuario/02-empleados/imgClubComofra-profile.png</a:t>
            </a:r>
          </a:p>
          <a:p xmlns:a="http://schemas.openxmlformats.org/drawingml/2006/main">
            <a:r>
              <a:t>https://github.com/gustavogidearg1/Club-Comofra/blob/946103e24216ffc9febc5268046dbfe0923d9b40/resources/views/profile/edit.blade.php</a:t>
            </a:r>
          </a:p>
          <a:p xmlns:a="http://schemas.openxmlformats.org/drawingml/2006/main">
            <a:r>
              <a:t>https://github.com/gustavogidearg1/Club-Comofra/blob/946103e24216ffc9febc5268046dbfe0923d9b40/app/Http/Controllers/ProfileController.php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 Club Comofra. Versión main, commit 946103e24216ffc9febc5268046dbfe0923d9b40.</a:t>
            </a:r>
          </a:p>
          <a:p xmlns:a="http://schemas.openxmlformats.org/drawingml/2006/main">
            <a:r>
              <a:t>https://github.com/gustavogidearg1/Club-Comofra/blob/946103e24216ffc9febc5268046dbfe0923d9b40/docs/manual-usuario/02-empleados/imgClubComofra-profile.png</a:t>
            </a:r>
          </a:p>
          <a:p xmlns:a="http://schemas.openxmlformats.org/drawingml/2006/main">
            <a:r>
              <a:t>https://github.com/gustavogidearg1/Club-Comofra/blob/946103e24216ffc9febc5268046dbfe0923d9b40/resources/views/profile/edit.blade.php</a:t>
            </a:r>
          </a:p>
          <a:p xmlns:a="http://schemas.openxmlformats.org/drawingml/2006/main">
            <a:r>
              <a:t>https://github.com/gustavogidearg1/Club-Comofra/blob/946103e24216ffc9febc5268046dbfe0923d9b40/app/Http/Controllers/ProfileController.php</a:t>
            </a:r>
          </a:p>
          <a:p xmlns:a="http://schemas.openxmlformats.org/drawingml/2006/main">
            <a:r>
              <a:t>https://github.com/gustavogidearg1/Club-Comofra/blob/946103e24216ffc9febc5268046dbfe0923d9b40/resources/views/layouts/partials/right_sidebar.blade.php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65d580c1f41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ec4dd3bd544c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94098b993840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7a42250a649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a00dba14348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f7e16b45443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44593E-CCCF-492B-A5EB-1917971C60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DF6793-82F3-44D8-A603-39F3DD01D2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25DFBC-566C-4EBE-A329-8842D62612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3C880B-2669-446E-9C18-9EFF3A4C5B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9B0E20A-69FC-4A65-A94B-DB02746598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7D60D3-A87D-43C6-BE49-931787B3B3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77BC65-AB07-4CBA-A67F-AE8182C296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1B8716C-EE4C-4B72-ACC5-B4D7600B34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758EB9-0DB9-4D59-96AC-C8090100A4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0FB100-D644-4267-B6F2-1BF95DEE64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904bb19f644ed8" /><Relationship Type="http://schemas.openxmlformats.org/officeDocument/2006/relationships/slideLayout" Target="/ppt/slideLayouts/slideLayout1.xml" Id="Rd4dcfcca59e740d5" /><Relationship Type="http://schemas.openxmlformats.org/officeDocument/2006/relationships/slideLayout" Target="/ppt/slideLayouts/slideLayout2.xml" Id="R78ac832179f94da9" /><Relationship Type="http://schemas.openxmlformats.org/officeDocument/2006/relationships/slideLayout" Target="/ppt/slideLayouts/slideLayout3.xml" Id="R2b3d15fc4c784b6e" /><Relationship Type="http://schemas.openxmlformats.org/officeDocument/2006/relationships/slideLayout" Target="/ppt/slideLayouts/slideLayout4.xml" Id="R060bfbcf4bc345fe" /><Relationship Type="http://schemas.openxmlformats.org/officeDocument/2006/relationships/slideLayout" Target="/ppt/slideLayouts/slideLayout5.xml" Id="Rbed96d1aa7a5491a" /><Relationship Type="http://schemas.openxmlformats.org/officeDocument/2006/relationships/slideLayout" Target="/ppt/slideLayouts/slideLayout6.xml" Id="Rbc61f503b2e54a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dcfcca59e740d5"/>
    <p:sldLayoutId xmlns:r="http://schemas.openxmlformats.org/officeDocument/2006/relationships" id="2147483650" r:id="R78ac832179f94da9"/>
    <p:sldLayoutId xmlns:r="http://schemas.openxmlformats.org/officeDocument/2006/relationships" id="2147483651" r:id="R2b3d15fc4c784b6e"/>
    <p:sldLayoutId xmlns:r="http://schemas.openxmlformats.org/officeDocument/2006/relationships" id="2147483652" r:id="R060bfbcf4bc345fe"/>
    <p:sldLayoutId xmlns:r="http://schemas.openxmlformats.org/officeDocument/2006/relationships" id="2147483653" r:id="Rbed96d1aa7a5491a"/>
    <p:sldLayoutId xmlns:r="http://schemas.openxmlformats.org/officeDocument/2006/relationships" id="2147483654" r:id="Rbc61f503b2e54a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bddd4d035b4b73" /><Relationship Type="http://schemas.openxmlformats.org/officeDocument/2006/relationships/image" Target="/ppt/media/image.png" Id="R9d5cfe43ffda4b9b" /><Relationship Type="http://schemas.openxmlformats.org/officeDocument/2006/relationships/notesSlide" Target="/ppt/notesSlides/notesSlide1.xml" Id="R059eed62348e45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8198ce56d14e66" /><Relationship Type="http://schemas.openxmlformats.org/officeDocument/2006/relationships/image" Target="/ppt/media/image2.png" Id="R73cd8481bf464903" /><Relationship Type="http://schemas.openxmlformats.org/officeDocument/2006/relationships/notesSlide" Target="/ppt/notesSlides/notesSlide2.xml" Id="Rb070bbbe7cf547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9668b97a74661" /><Relationship Type="http://schemas.openxmlformats.org/officeDocument/2006/relationships/image" Target="/ppt/media/image3.png" Id="R1e552d91524a4096" /><Relationship Type="http://schemas.openxmlformats.org/officeDocument/2006/relationships/notesSlide" Target="/ppt/notesSlides/notesSlide3.xml" Id="R116fb836733542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b7d2d1f41444b9" /><Relationship Type="http://schemas.openxmlformats.org/officeDocument/2006/relationships/image" Target="/ppt/media/image4.png" Id="R6b65086c9d0d4b5d" /><Relationship Type="http://schemas.openxmlformats.org/officeDocument/2006/relationships/notesSlide" Target="/ppt/notesSlides/notesSlide4.xml" Id="R39d15a37b99645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ce72e9ba4845c6" /><Relationship Type="http://schemas.openxmlformats.org/officeDocument/2006/relationships/image" Target="/ppt/media/image5.png" Id="Rdbeb210f7eb94091" /><Relationship Type="http://schemas.openxmlformats.org/officeDocument/2006/relationships/notesSlide" Target="/ppt/notesSlides/notesSlide5.xml" Id="Ra9ecd1f2a4d045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2660b33566456a" /><Relationship Type="http://schemas.openxmlformats.org/officeDocument/2006/relationships/image" Target="/ppt/media/image6.png" Id="R676dd4b399914b7d" /><Relationship Type="http://schemas.openxmlformats.org/officeDocument/2006/relationships/notesSlide" Target="/ppt/notesSlides/notesSlide6.xml" Id="Rb0b25cc5b56d4f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49ce7c6c84af7" /><Relationship Type="http://schemas.openxmlformats.org/officeDocument/2006/relationships/image" Target="/ppt/media/image7.png" Id="R04cfb946696a4bc3" /><Relationship Type="http://schemas.openxmlformats.org/officeDocument/2006/relationships/notesSlide" Target="/ppt/notesSlides/notesSlide7.xml" Id="R3815922fabaa43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1f3a8b99184281" /><Relationship Type="http://schemas.openxmlformats.org/officeDocument/2006/relationships/image" Target="/ppt/media/image8.png" Id="Raf7ac445219c40e3" /><Relationship Type="http://schemas.openxmlformats.org/officeDocument/2006/relationships/notesSlide" Target="/ppt/notesSlides/notesSlide8.xml" Id="Rc36e257dfdd945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31b6ab8eb34cc8" /><Relationship Type="http://schemas.openxmlformats.org/officeDocument/2006/relationships/image" Target="/ppt/media/image9.png" Id="R80f0446ef5da4e53" /><Relationship Type="http://schemas.openxmlformats.org/officeDocument/2006/relationships/notesSlide" Target="/ppt/notesSlides/notesSlide9.xml" Id="R284b072125f04b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96ae28c6d349b0" /><Relationship Type="http://schemas.openxmlformats.org/officeDocument/2006/relationships/image" Target="/ppt/media/image10.png" Id="Re148d47d3a3640e7" /><Relationship Type="http://schemas.openxmlformats.org/officeDocument/2006/relationships/notesSlide" Target="/ppt/notesSlides/notesSlide10.xml" Id="R1aa7b98902c544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c8795aeaf44708" /><Relationship Type="http://schemas.openxmlformats.org/officeDocument/2006/relationships/image" Target="/ppt/media/image11.png" Id="Ra02a7e1b32a541a4" /><Relationship Type="http://schemas.openxmlformats.org/officeDocument/2006/relationships/notesSlide" Target="/ppt/notesSlides/notesSlide11.xml" Id="R8aa563bec7f045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bd6cce69664e0f" /><Relationship Type="http://schemas.openxmlformats.org/officeDocument/2006/relationships/image" Target="/ppt/media/image12.png" Id="R5314b8d9cff4440b" /><Relationship Type="http://schemas.openxmlformats.org/officeDocument/2006/relationships/image" Target="/ppt/media/image13.png" Id="R426db305857e404c" /><Relationship Type="http://schemas.openxmlformats.org/officeDocument/2006/relationships/notesSlide" Target="/ppt/notesSlides/notesSlide12.xml" Id="Rbd16fc9fbac341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E2E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B3EC0-EF3E-4226-90A6-7AC917F9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99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99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9900"/>
                </a:solidFill>
                <a:latin typeface="Arial"/>
                <a:ea typeface="Arial"/>
                <a:cs typeface="Arial"/>
              </a:rPr>
              <a:t>CLUB COMOFRA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A3F71-6F12-4C20-B2B5-895D11F5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667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Manual del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empleado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4D9D0-6A30-4B87-8DF6-8B0EED50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CLUB COMOFRA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026B3-B2B7-40F7-AF45-5E69DB89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99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99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9900"/>
                </a:solidFill>
                <a:latin typeface="Arial"/>
                <a:ea typeface="Arial"/>
                <a:cs typeface="Arial"/>
              </a:rPr>
              <a:t>01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39D6F-2261-4E24-994F-EF258D32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Tus puntos y consumos, paso a paso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E960C-9FBF-4055-9E8B-94ECB108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99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99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9900"/>
                </a:solidFill>
                <a:latin typeface="Arial"/>
                <a:ea typeface="Arial"/>
                <a:cs typeface="Arial"/>
              </a:rPr>
              <a:t>Octubre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0BD42-F717-49D2-B4F2-1EDE395F7C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cfe43ffda4b9b"/>
          <a:stretch xmlns:a="http://schemas.openxmlformats.org/drawingml/2006/main"/>
        </p:blipFill>
        <p:spPr>
          <a:xfrm xmlns:a="http://schemas.openxmlformats.org/drawingml/2006/main">
            <a:off x="8191500" y="2333100"/>
            <a:ext cx="2952750" cy="21917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513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3CE2E-2FCC-41DF-84DD-8011DF7B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GUÍA DEL EMPLEADO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CF4A1-095F-4E28-9CA5-E695223D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44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2E2E"/>
                </a:solidFill>
                <a:latin typeface="Arial"/>
                <a:ea typeface="Arial"/>
                <a:cs typeface="Arial"/>
              </a:rPr>
              <a:t>Acceso a tu cuenta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2062D-79ED-4128-9B3C-ADBDC75C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5858"/>
                </a:solidFill>
                <a:latin typeface="Arial"/>
                <a:ea typeface="Arial"/>
                <a:cs typeface="Arial"/>
              </a:rPr>
              <a:t>CLUB COMOFRA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D873F-494D-4AD3-A26A-F23FF00E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FEE69-7385-4D12-94FA-6290B289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club-comofra.comofrasrl.com.ar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79892-91F1-4C7C-8033-7ACD449E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5CF76-EDC9-4AB9-9AB3-C2576962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0"/>
            <a:ext cx="5867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Ingresá tu email y contraseña.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DE232-6C3E-45A1-AC69-33C56221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021AD-8731-4BFF-8930-61A066D8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5867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Presioná “Ingresar”.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D8016-9861-4EF4-AB63-FB810FBC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B5839-A2FF-4469-8900-B6AFC727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5867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Si no recordás la clave, usá “¿Olvidaste tu contraseña?”.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03781-C98C-4534-BFEF-92425D9CE4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d8481bf464903"/>
          <a:stretch xmlns:a="http://schemas.openxmlformats.org/drawingml/2006/main"/>
        </p:blipFill>
        <p:spPr>
          <a:xfrm xmlns:a="http://schemas.openxmlformats.org/drawingml/2006/main">
            <a:off x="8382000" y="2926944"/>
            <a:ext cx="2571750" cy="19089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937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8F244-C985-43BC-AEEE-58BF4EA5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GUÍA DEL EMPLEADO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C4168-0877-4D3D-8F4D-D7EC0821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44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2E2E"/>
                </a:solidFill>
                <a:latin typeface="Arial"/>
                <a:ea typeface="Arial"/>
                <a:cs typeface="Arial"/>
              </a:rPr>
              <a:t>Tus puntos disponibles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11278-9D86-4492-8D8D-7E193A7C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5858"/>
                </a:solidFill>
                <a:latin typeface="Arial"/>
                <a:ea typeface="Arial"/>
                <a:cs typeface="Arial"/>
              </a:rPr>
              <a:t>CLUB COMOFRA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F1D59-70FC-43AF-A976-99DE8FDA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BDD2D-3D0E-44F7-AE09-053715240E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52d91524a4096"/>
          <a:stretch xmlns:a="http://schemas.openxmlformats.org/drawingml/2006/main"/>
        </p:blipFill>
        <p:spPr>
          <a:xfrm xmlns:a="http://schemas.openxmlformats.org/drawingml/2006/main">
            <a:off x="666750" y="1997579"/>
            <a:ext cx="4953000" cy="120549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61039-4687-4629-A84B-3D4F72C2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58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585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5858"/>
                </a:solidFill>
                <a:latin typeface="Arial"/>
                <a:ea typeface="Arial"/>
                <a:cs typeface="Arial"/>
              </a:rPr>
              <a:t>Acceso “Puntos” en Inicio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B7305-90CD-4B20-B86D-7A772E41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71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6EC12-F729-4C4F-9AB0-E625DC2E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771650"/>
            <a:ext cx="4629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Desde Inicio, abrí “Ver mis puntos”.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72C7A-A6E9-405F-95A9-282BD293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9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238FD-D086-42B7-BDCA-A0CFA85C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009900"/>
            <a:ext cx="4629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Consultá puntos disponibles, ganados y canjeados.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A2A8B-EFF3-4393-BA51-DF2004A4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481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260B5-4227-498D-AA0A-14A5E214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248150"/>
            <a:ext cx="4629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Revisá el historial de tus movimientos.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C3D99-B32A-48DF-ACC8-D5AB9C69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También podés entrar desde el menú: Empleado / Mis puntos.</a:t>
            </a:r>
          </a:p>
        </p:txBody>
      </p:sp>
    </p:spTree>
    <p:extLst>
      <p:ext uri="{BB962C8B-B14F-4D97-AF65-F5344CB8AC3E}">
        <p14:creationId xmlns:p14="http://schemas.microsoft.com/office/powerpoint/2010/main" val="10520756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69ED1-959B-4B71-AF31-C466AAB8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GUÍA DEL EMPLEADO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645B2-CCB2-4867-B485-1F4BD85E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44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2E2E"/>
                </a:solidFill>
                <a:latin typeface="Arial"/>
                <a:ea typeface="Arial"/>
                <a:cs typeface="Arial"/>
              </a:rPr>
              <a:t>Comercios adheridos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D3734-0C97-4BD8-99CC-24F5A196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5858"/>
                </a:solidFill>
                <a:latin typeface="Arial"/>
                <a:ea typeface="Arial"/>
                <a:cs typeface="Arial"/>
              </a:rPr>
              <a:t>CLUB COMOFRA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33876-758E-4BD8-8B4B-26D6C304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81E9B-51FF-4B87-A58F-C0490343C5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5086c9d0d4b5d"/>
          <a:stretch xmlns:a="http://schemas.openxmlformats.org/drawingml/2006/main"/>
        </p:blipFill>
        <p:spPr>
          <a:xfrm xmlns:a="http://schemas.openxmlformats.org/drawingml/2006/main">
            <a:off x="428625" y="1604674"/>
            <a:ext cx="8524875" cy="43916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39AB1-4F8A-4D17-8D7C-60DB6FA9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050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E5A58-163A-4B3F-8D1C-4B1A76A4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71725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En Inicio, bajá hasta “Comercios Adheridos”.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CA709-CE66-497A-8C7E-506639F5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29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572A6-CD6B-44FE-81E0-986C162B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95775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Buscá el comercio y tocá la ubicación para abrir el mapa.</a:t>
            </a:r>
          </a:p>
        </p:txBody>
      </p:sp>
    </p:spTree>
    <p:extLst>
      <p:ext uri="{BB962C8B-B14F-4D97-AF65-F5344CB8AC3E}">
        <p14:creationId xmlns:p14="http://schemas.microsoft.com/office/powerpoint/2010/main" val="714384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740DB-E330-46E5-BA99-CD8A31BF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GUÍA DEL EMPLEADO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D8DD9-B743-45C9-9106-3CE7B44E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44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2E2E"/>
                </a:solidFill>
                <a:latin typeface="Arial"/>
                <a:ea typeface="Arial"/>
                <a:cs typeface="Arial"/>
              </a:rPr>
              <a:t>Ofertas destacadas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1835C-48EF-4DD6-A269-508BB6F4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5858"/>
                </a:solidFill>
                <a:latin typeface="Arial"/>
                <a:ea typeface="Arial"/>
                <a:cs typeface="Arial"/>
              </a:rPr>
              <a:t>CLUB COMOFRA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8C1F3-7644-44F9-B733-A1A36DD8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6177B-89C9-4E7D-94DD-88251BD4C7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b210f7eb94091"/>
          <a:stretch xmlns:a="http://schemas.openxmlformats.org/drawingml/2006/main"/>
        </p:blipFill>
        <p:spPr>
          <a:xfrm xmlns:a="http://schemas.openxmlformats.org/drawingml/2006/main">
            <a:off x="476250" y="1603633"/>
            <a:ext cx="11239500" cy="267918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AB7DF-0297-4D91-A0DF-829B0BB6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005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966FC-F39F-42E7-9216-745874F5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00575"/>
            <a:ext cx="46767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En Inicio, buscá “Ofertas destacadas”.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E74E2-BF8E-4790-9C9C-BD57416A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97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2C487-6C2B-4E50-A999-3DD9DC74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19725"/>
            <a:ext cx="46767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Tocá la imagen para abrir el detalle.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27656-24AA-4A6E-A780-0579DD95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962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En el detalle podés consultar descripción, precios y fechas informadas.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2970B-E557-4D78-9D85-C2EB19AA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007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58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585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5858"/>
                </a:solidFill>
                <a:latin typeface="Arial"/>
                <a:ea typeface="Arial"/>
                <a:cs typeface="Arial"/>
              </a:rPr>
              <a:t>Las ofertas de la captura pueden cambiar.</a:t>
            </a:r>
          </a:p>
        </p:txBody>
      </p:sp>
    </p:spTree>
    <p:extLst>
      <p:ext uri="{BB962C8B-B14F-4D97-AF65-F5344CB8AC3E}">
        <p14:creationId xmlns:p14="http://schemas.microsoft.com/office/powerpoint/2010/main" val="1592498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6138A-1CDC-440D-957C-EA51C6AB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CONSUMO  /  PASO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4C15C-5F4B-4A3E-824D-1E1DA32B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44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2E2E"/>
                </a:solidFill>
                <a:latin typeface="Arial"/>
                <a:ea typeface="Arial"/>
                <a:cs typeface="Arial"/>
              </a:rPr>
              <a:t>Selección del comercio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9753B-87DD-4742-AC05-B077AB03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5858"/>
                </a:solidFill>
                <a:latin typeface="Arial"/>
                <a:ea typeface="Arial"/>
                <a:cs typeface="Arial"/>
              </a:rPr>
              <a:t>CLUB COMOFRA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405A8-7509-49F5-BDEC-1FFB5E7B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5858C-7E6A-4B66-8E78-02A78F29C8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dd4b399914b7d"/>
          <a:stretch xmlns:a="http://schemas.openxmlformats.org/drawingml/2006/main"/>
        </p:blipFill>
        <p:spPr>
          <a:xfrm xmlns:a="http://schemas.openxmlformats.org/drawingml/2006/main">
            <a:off x="7638230" y="1514475"/>
            <a:ext cx="3754490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0B331-677F-47BF-B6C2-4976526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97DCC-6BB5-43E6-B7DE-0CB4EEF9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09750"/>
            <a:ext cx="57245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Abrí “Consumo manual”.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EF85E-752C-4EBF-9394-70A423CA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62954-4637-480B-9083-6D830D21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57245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Elegí el negocio de la lista. La lupa permite buscar por nombre.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F363F-4A3B-4FBE-83D5-9BC14929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A9C7C-E0AA-482C-A978-6FF14997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24350"/>
            <a:ext cx="57245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Comprobá la selección y tocá “Continuar”.</a:t>
            </a:r>
          </a:p>
        </p:txBody>
      </p:sp>
    </p:spTree>
    <p:extLst>
      <p:ext uri="{BB962C8B-B14F-4D97-AF65-F5344CB8AC3E}">
        <p14:creationId xmlns:p14="http://schemas.microsoft.com/office/powerpoint/2010/main" val="10553773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0D906-8EEE-4CAA-AE80-4C16BF27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CONSUMO  /  ALTERNATIVA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8927E-8331-4DBB-AA30-9DA961AF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44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2E2E"/>
                </a:solidFill>
                <a:latin typeface="Arial"/>
                <a:ea typeface="Arial"/>
                <a:cs typeface="Arial"/>
              </a:rPr>
              <a:t>Selección con código QR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D6D50-43C3-4449-8741-EAA0959B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5858"/>
                </a:solidFill>
                <a:latin typeface="Arial"/>
                <a:ea typeface="Arial"/>
                <a:cs typeface="Arial"/>
              </a:rPr>
              <a:t>CLUB COMOFRA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AB015-BD63-47CD-829C-2557FEBE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28AA1-3482-4042-952B-C164CC91E3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fb946696a4bc3"/>
          <a:stretch xmlns:a="http://schemas.openxmlformats.org/drawingml/2006/main"/>
        </p:blipFill>
        <p:spPr>
          <a:xfrm xmlns:a="http://schemas.openxmlformats.org/drawingml/2006/main">
            <a:off x="6705600" y="2428618"/>
            <a:ext cx="4953000" cy="199124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39114-B1B9-41AA-87C0-EBBD1CE1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58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585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5858"/>
                </a:solidFill>
                <a:latin typeface="Arial"/>
                <a:ea typeface="Arial"/>
                <a:cs typeface="Arial"/>
              </a:rPr>
              <a:t>Selector, lupa y lector QR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F6B21-6F68-4C93-A187-3CB3F7FC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C238E-616F-4C3A-910D-5DDC2A4A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57375"/>
            <a:ext cx="5200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Tocá el ícono QR junto a la lupa.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7B46C-EE53-4FC9-8017-FB906803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12E7A-D2C0-4E96-B89E-27731A2C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57525"/>
            <a:ext cx="5200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Permití el acceso a la cámara y apuntá al QR del negocio.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FBD76-68B5-4D7C-87D4-3C01B112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255C2-E66A-4A57-8D40-90E401DD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57675"/>
            <a:ext cx="5200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La app abre el consumo con el comercio precargado.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F2E01-1D51-440B-ABA2-C697A0E9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578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Si la cámara no abre, revisá sus permisos o elegí el comercio desde la lista.</a:t>
            </a:r>
          </a:p>
        </p:txBody>
      </p:sp>
    </p:spTree>
    <p:extLst>
      <p:ext uri="{BB962C8B-B14F-4D97-AF65-F5344CB8AC3E}">
        <p14:creationId xmlns:p14="http://schemas.microsoft.com/office/powerpoint/2010/main" val="10319556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A7C24-7DA1-45D6-93D6-D55FA408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CONSUMO  /  PASO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199B0-E255-406D-93D3-6A39DBAE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44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2E2E"/>
                </a:solidFill>
                <a:latin typeface="Arial"/>
                <a:ea typeface="Arial"/>
                <a:cs typeface="Arial"/>
              </a:rPr>
              <a:t>Puntos a consumir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58111-4D9A-446D-B891-C729C77F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5858"/>
                </a:solidFill>
                <a:latin typeface="Arial"/>
                <a:ea typeface="Arial"/>
                <a:cs typeface="Arial"/>
              </a:rPr>
              <a:t>CLUB COMOFRA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888DD-2540-4228-9432-2DE5EC59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CE14D-7EC2-4569-9ABC-D399F5A635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ac445219c40e3"/>
          <a:stretch xmlns:a="http://schemas.openxmlformats.org/drawingml/2006/main"/>
        </p:blipFill>
        <p:spPr>
          <a:xfrm xmlns:a="http://schemas.openxmlformats.org/drawingml/2006/main">
            <a:off x="8359094" y="1428750"/>
            <a:ext cx="2503261" cy="4857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E330D-BE6A-4779-B580-6D265610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9FFC4-6E17-4FC7-9C40-A6F2463D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71650"/>
            <a:ext cx="623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Revisá el negocio y tu saldo.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77F03-0D6E-4052-9F4C-9314EF27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88C0E-F0C6-4A67-819E-777AD948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47975"/>
            <a:ext cx="623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Ingresá los puntos. Podés agregar una nota.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1C3FD-5DEC-430A-8601-BD497780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8BD8E-3D09-464E-AEDF-283BABF3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24300"/>
            <a:ext cx="623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Con un importe válido, tocá “Confirmar consumo”.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F9495-C4AA-4F4D-85C6-C32436A0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816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85858"/>
                </a:solidFill>
                <a:latin typeface="Arial"/>
                <a:ea typeface="Arial"/>
                <a:cs typeface="Arial"/>
              </a:rPr>
              <a:t>La captura muestra un aviso de saldo insuficiente. Corregí el importe antes de confirmar.</a:t>
            </a:r>
          </a:p>
        </p:txBody>
      </p:sp>
    </p:spTree>
    <p:extLst>
      <p:ext uri="{BB962C8B-B14F-4D97-AF65-F5344CB8AC3E}">
        <p14:creationId xmlns:p14="http://schemas.microsoft.com/office/powerpoint/2010/main" val="8395344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11F91-7855-40FA-813A-00EE1E5B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CONSUMO  /  PASO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4FF4E-1B2C-4356-A56E-7FBF3648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44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2E2E"/>
                </a:solidFill>
                <a:latin typeface="Arial"/>
                <a:ea typeface="Arial"/>
                <a:cs typeface="Arial"/>
              </a:rPr>
              <a:t>Procesamiento del consumo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AFC61-2D96-462F-B5BE-8E09748F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5858"/>
                </a:solidFill>
                <a:latin typeface="Arial"/>
                <a:ea typeface="Arial"/>
                <a:cs typeface="Arial"/>
              </a:rPr>
              <a:t>CLUB COMOFRA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A4113-9218-4162-AE46-10C35506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C0475-AB60-4521-B8D4-BFFD816103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0446ef5da4e53"/>
          <a:stretch xmlns:a="http://schemas.openxmlformats.org/drawingml/2006/main"/>
        </p:blipFill>
        <p:spPr>
          <a:xfrm xmlns:a="http://schemas.openxmlformats.org/drawingml/2006/main">
            <a:off x="6219825" y="2000250"/>
            <a:ext cx="5343525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5497B-F333-45A7-ABE1-95D4ED0D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00275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Esperá unos segundos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5F2D0-40E0-4D95-9452-E4BF9251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Mantené esta pantalla abierta hasta que aparezca el comprobante.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15EC9-0BBA-4886-95EE-BDEEBF24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43425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No actualices la página ni vuelvas atrás durante el envío.</a:t>
            </a:r>
          </a:p>
        </p:txBody>
      </p:sp>
    </p:spTree>
    <p:extLst>
      <p:ext uri="{BB962C8B-B14F-4D97-AF65-F5344CB8AC3E}">
        <p14:creationId xmlns:p14="http://schemas.microsoft.com/office/powerpoint/2010/main" val="20614120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25E41-7008-441D-8BF2-EE7A1FC8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CONSUMO  /  PASO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76B6A-9E10-4287-A301-D877099A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44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2E2E"/>
                </a:solidFill>
                <a:latin typeface="Arial"/>
                <a:ea typeface="Arial"/>
                <a:cs typeface="Arial"/>
              </a:rPr>
              <a:t>Comprobante de consumo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7696A-8F61-49AF-8D4A-DDBECB9F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5858"/>
                </a:solidFill>
                <a:latin typeface="Arial"/>
                <a:ea typeface="Arial"/>
                <a:cs typeface="Arial"/>
              </a:rPr>
              <a:t>CLUB COMOFRA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85455-E2E1-4973-BFA0-897B8493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D8CD8-5794-4FB5-831A-B52D2951C4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8d47d3a3640e7"/>
          <a:stretch xmlns:a="http://schemas.openxmlformats.org/drawingml/2006/main"/>
        </p:blipFill>
        <p:spPr>
          <a:xfrm xmlns:a="http://schemas.openxmlformats.org/drawingml/2006/main">
            <a:off x="8384702" y="1466850"/>
            <a:ext cx="2442520" cy="4857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5FDFE-DD9B-499E-9175-7022B3A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A4FB4-B76C-44BD-A8ED-6404F14D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76425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Revisá negocio, puntos, fecha y estado del consumo.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1F579-82BC-49BD-A71B-456C30F0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BAF3F-44F4-42A1-89C0-7B07FDC0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“Compartir” abre WhatsApp con los datos del comprobante.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642EC-E274-4CE9-AFB6-3883A253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EC24F-97E9-45E7-A8DD-3B2978B5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57675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“Volver” te lleva a Mis Puntos.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7BBFE-B719-4C31-A9AE-7A32A8CA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58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585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5858"/>
                </a:solidFill>
                <a:latin typeface="Arial"/>
                <a:ea typeface="Arial"/>
                <a:cs typeface="Arial"/>
              </a:rPr>
              <a:t>Los datos visibles pertenecen a la captura original.</a:t>
            </a:r>
          </a:p>
        </p:txBody>
      </p:sp>
    </p:spTree>
    <p:extLst>
      <p:ext uri="{BB962C8B-B14F-4D97-AF65-F5344CB8AC3E}">
        <p14:creationId xmlns:p14="http://schemas.microsoft.com/office/powerpoint/2010/main" val="12331276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823F9-FACF-411C-8C12-8D59BE0B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GUÍA DEL EMPLEADO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7E0AC-71C3-405C-8832-69C337BE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44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2E2E"/>
                </a:solidFill>
                <a:latin typeface="Arial"/>
                <a:ea typeface="Arial"/>
                <a:cs typeface="Arial"/>
              </a:rPr>
              <a:t>Datos de tu perfil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76363-6E4D-4205-B784-E8701253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5858"/>
                </a:solidFill>
                <a:latin typeface="Arial"/>
                <a:ea typeface="Arial"/>
                <a:cs typeface="Arial"/>
              </a:rPr>
              <a:t>CLUB COMOFRA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D4434-36E8-4D27-B111-CDC49FF8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DDF7C-C749-44D3-ABE6-895667CEA2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a7e1b32a541a4"/>
          <a:stretch xmlns:a="http://schemas.openxmlformats.org/drawingml/2006/main"/>
        </p:blipFill>
        <p:spPr>
          <a:xfrm xmlns:a="http://schemas.openxmlformats.org/drawingml/2006/main">
            <a:off x="5495925" y="1586683"/>
            <a:ext cx="6115050" cy="463713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466C9-214C-444A-A97B-D220C08F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11245-A110-4F12-8FCD-DB85887F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71675"/>
            <a:ext cx="3895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Abrí “Perfil” desde el menú.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9EE29-5D5F-4368-9FF1-BFE54D45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9D254-C7FC-4629-B2E6-81759D2B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09925"/>
            <a:ext cx="3895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Actualizá los datos que necesites. Podés cambiar tu imagen.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4C577-6C7C-410F-B217-9BECC747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83178-D1B6-4D4D-B6E9-C8457CC3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48175"/>
            <a:ext cx="3895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Tocá “Guardar datos”.</a:t>
            </a:r>
          </a:p>
        </p:txBody>
      </p:sp>
    </p:spTree>
    <p:extLst>
      <p:ext uri="{BB962C8B-B14F-4D97-AF65-F5344CB8AC3E}">
        <p14:creationId xmlns:p14="http://schemas.microsoft.com/office/powerpoint/2010/main" val="7532247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6E957-8F12-4E30-889D-41067F59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GUÍA DEL EMPLEADO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EC14C-1564-4823-A030-FAC80509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44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2E2E"/>
                </a:solidFill>
                <a:latin typeface="Arial"/>
                <a:ea typeface="Arial"/>
                <a:cs typeface="Arial"/>
              </a:rPr>
              <a:t>Contraseña y cierre de sesión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C1915-9256-435F-83E1-C9CC8CE8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858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5858"/>
                </a:solidFill>
                <a:latin typeface="Arial"/>
                <a:ea typeface="Arial"/>
                <a:cs typeface="Arial"/>
              </a:rPr>
              <a:t>CLUB COMOFRA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CEC15-248E-48CC-BD17-C25C84C0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57CEC-5A0B-4AF9-98B9-ED65426193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4b8d9cff4440b"/>
          <a:stretch xmlns:a="http://schemas.openxmlformats.org/drawingml/2006/main"/>
        </p:blipFill>
        <p:spPr>
          <a:xfrm xmlns:a="http://schemas.openxmlformats.org/drawingml/2006/main">
            <a:off x="5772150" y="1708118"/>
            <a:ext cx="5895975" cy="366083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6AFB6-0F69-4761-8F60-A815F3C5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7523A-512D-45C0-89DE-677FD573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09750"/>
            <a:ext cx="4152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En Perfil / Seguridad, ingresá tu contraseña actual.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CC0FD-DE01-4941-BE7E-FF3917F8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25FC6-A809-4D04-B9D9-48701C94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4152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Escribí la nueva clave, repetila y tocá “Cambiar contraseña”.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BD7C5-BB21-483A-92D7-07DAD0EA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9CF39-5351-4374-AC2E-1A734AA6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2950"/>
            <a:ext cx="4152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E2E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2E2E"/>
                </a:solidFill>
                <a:latin typeface="Arial"/>
                <a:ea typeface="Arial"/>
                <a:cs typeface="Arial"/>
              </a:rPr>
              <a:t>Al terminar, usá “Cerrar sesión” en el menú.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6AC10-1A7A-40EA-883D-0AE3894C7A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db305857e404c"/>
          <a:stretch xmlns:a="http://schemas.openxmlformats.org/drawingml/2006/main"/>
        </p:blipFill>
        <p:spPr>
          <a:xfrm xmlns:a="http://schemas.openxmlformats.org/drawingml/2006/main">
            <a:off x="7734300" y="5632254"/>
            <a:ext cx="3362325" cy="5083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808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2026-10-11T13:05:15.3480000Z</dcterms:created>
  <dcterms:modified xsi:type="dcterms:W3CDTF">2026-10-11T13:05:15.3480000Z</dcterms:modified>
</coreProperties>
</file>